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🎓 University-Smart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B82F6"/>
                </a:solidFill>
                <a:latin typeface="Segoe UI"/>
              </a:defRPr>
            </a:pPr>
            <a: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Система управління навчальним процесом університету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952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Next.js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Prisma 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320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9127" y="5029200"/>
            <a:ext cx="1463040" cy="4114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BD5E1"/>
                </a:solidFill>
                <a:latin typeface="Segoe UI"/>
              </a:rPr>
              <a:t>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Огляд продукту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University-Smart — вебзастосунок для управління оцінками, студентами та навчальними групами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 👨‍🎓 Студенти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Перегляд своїх оцінок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ECTS та національна шкала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Мобільна адаптивність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Фільтрація за предметами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 👨‍🏫 Викладачі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Журнал оцінок всіх студентів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Додавання нових оцінок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Редагування та видалення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Фільтри по групах/предметах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 🔐 Авторизація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NextAuth.js + JWT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Реєстрація студентів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Захист маршрутів (Middleware)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9768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 📊 Аналітика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Середній бал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Кількість студентів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Статистичні картки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Автоконвертація 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Архітектура системи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🌐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React + Tailwind + Shadcn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⚡ Server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Next.js App Router + SSR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4592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🔑 Auth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NextAuth.js + JWT +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🗄️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Prisma Client (Type-safe)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21031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64592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Segoe UI"/>
              </a:defRPr>
            </a:pPr>
            <a:r>
              <a:t>☁️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Supabase PostgreSQL (AWS)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Vercel (CDN + Serverless) → PgBouncer (Connection Pool, port 6543) → PostgreSQL (port 5432)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🔐 Авторизація та реєстрація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NextAuth.js v4 з Credentials Provider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JWT-стратегія сесій (без серверних сесій)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Bcrypt хешування паролів (12 salt rounds)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Middleware захист /dashboard/* маршрутів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Реєстрація лише для студентів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Викладачі додаються напряму через БД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✅ Role-Based Access Control (STUDENT / TEACHER)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Сторінка входу (Login)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93192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Сторінка реєстрації (Register)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👨‍🎓 Панель студента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Студент бачить лише свої оцінки з автоматичною конвертацією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📊 Статистичні картки: середній бал, кількість оцінок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📋 Таблиця оцінок з фільтрацією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🔤 Автоматична ECTS-конвертація (A-F)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🏅 Національна шкала (Відмінно/Добре/...)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📱 Мобільні картки при ширині &lt; 640px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Панель студента — Оцінки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👨‍🏫 Панель викладача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Повний CRUD-доступ до журналу оцінок всіх студентів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📋 Журнал оцінок всіх студентів та груп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➕ Додавання оцінки через форму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✏️ Редагування оцінки (діалогове вікно)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🗑️ Видалення з підтвердженням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🔍 Фільтри: група, предмет, тип контролю, пошук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📊 Статистика: кількість студентів, оцінок, середній бал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Панель викладача — Журнал оцінок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CRUD операції з оцінками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➕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Додавання оцінки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Server Action → prisma.grade.create()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📖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Перегляд журналу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SSR → prisma.student.findMany({ include 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✏️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Редагування оцінки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Server Action → prisma.grade.update()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🗑️ 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Видалення оцінки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Server Action → prisma.grade.delete()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6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Форма додавання оцінки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9319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6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Діалог редагування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6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Підтвердження видалення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🗄️ База даних — Prisma +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 email, passwordHash</a:t>
            </a:r>
            <a:br/>
            <a:r>
              <a:t>name, role, studentId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 name</a:t>
            </a:r>
            <a:br/>
            <a:r>
              <a:t>department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74320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74320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880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291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 fullName</a:t>
            </a:r>
            <a:br/>
            <a:r>
              <a:t>studentTicket, groupId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64592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164592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39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21945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 title</a:t>
            </a:r>
            <a:br/>
            <a:r>
              <a:t>ectsCredits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840480"/>
            <a:ext cx="292608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384048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39" y="3977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43891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 studentId, subjectId</a:t>
            </a:r>
            <a:br/>
            <a:r>
              <a:t>score, gradeType,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Group →[1:N]→ Student →[1:N]→ Grade ←[1:N]← Subject  |  Student →[1:1]→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🛡️ Безпека системи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 🔐 Автентифікація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NextAuth.js + JWT (HS256)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Bcrypt хешування паролів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Secure + HttpOnly cookies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 🛡️ Авторизація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Middleware → /dashboard/*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Server Action role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 💉 SQL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Prisma parameterized queries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Без raw SQL запитів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TypeScript type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 🌐 XSS / 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React auto-escaping JSX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Same-origin Server Actions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HTTPS на Vercel + Supabase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📱 Адаптивний дизайн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Tailwind CSS responsive breakpoints: sm (640px), md (768px), lg (1024px)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41148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Мобільна версія
(&lt; 640px)
Картки замість таблиці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4114800" cy="41148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Планшетна версія
(768px - 1024px)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200400" cy="41148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0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Десктопна версія
(&gt; 1024px)
Повна таблиця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🚀 Деплоймент та інфраструктура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Frontend +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Serverless Functions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Edge Network (CDN)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Автоматичний деплой з Git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SSL/HTTPS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Database (PostgreSQL)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AWS eu-west-1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PgBouncer (connection pool)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Автоматичні бекапи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Dashboard + моніторинг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Source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Git repository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GitHub Contents API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CI/CD через Vercel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Prisma Schema as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515600" cy="73152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2800"/>
              <a:t>📷</a:t>
            </a:r>
          </a:p>
          <a:p>
            <a:pPr algn="ctr"/>
            <a:r>
              <a:rPr sz="1400" i="1">
                <a:solidFill>
                  <a:srgbClr val="94A3B8"/>
                </a:solidFill>
                <a:latin typeface="Segoe UI"/>
              </a:rPr>
              <a:t>Vercel Deployment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⚙️ Технологічний стек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Next.js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App Router, SSR, Server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Server + Client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Utility-first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Shadcn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Radix-based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01168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Server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Type-safe RPC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1089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NextAuth.js v4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JWT + Credentials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20624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Prisma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Type-safe database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53035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bcryptjs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Password hashing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01168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PostgreSQL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Реляційна СУБД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10896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Cloud DB + PgBouncer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Serverless hosting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303520"/>
            <a:ext cx="34747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Version control +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Дякую за увагу! 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Segoe UI"/>
              </a:defRPr>
            </a:pPr>
            <a:r>
              <a:t>University-Smart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github.com/frontwebil/university-smart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Запитання?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